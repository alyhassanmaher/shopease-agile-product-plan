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9860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ShopEase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Shopping Management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Vision  •  Product Backlog  •  Sprint Planning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Abdelsalam  |  Adam Elshal  |  Omar Abolenein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Bakry  |  Mohamed Fathy  |  Aly Hassan Maher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206240" cy="1005840"/>
          </a:xfrm>
          <a:prstGeom prst="rect">
            <a:avLst/>
          </a:prstGeom>
          <a:solidFill>
            <a:srgbClr val="E8F4F8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02920" cy="1005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1430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Product Vision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Goals, target users, and what ShopEase aims to achieve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206240" cy="1005840"/>
          </a:xfrm>
          <a:prstGeom prst="rect">
            <a:avLst/>
          </a:prstGeom>
          <a:solidFill>
            <a:srgbClr val="E8F4F8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502920" cy="1005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325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9240" y="11430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Problem Statement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15087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Challenges in online shopping and our solution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4206240" cy="1005840"/>
          </a:xfrm>
          <a:prstGeom prst="rect">
            <a:avLst/>
          </a:prstGeom>
          <a:solidFill>
            <a:srgbClr val="E8F4F8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331720"/>
            <a:ext cx="502920" cy="1005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5603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3774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Key Features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27432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Core functionalities of the platform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331720"/>
            <a:ext cx="4206240" cy="1005840"/>
          </a:xfrm>
          <a:prstGeom prst="rect">
            <a:avLst/>
          </a:prstGeom>
          <a:solidFill>
            <a:srgbClr val="E8F4F8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331720"/>
            <a:ext cx="502920" cy="1005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25603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23774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Product Backlog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27432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Prioritized list of 17 user stories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566160"/>
            <a:ext cx="4206240" cy="1005840"/>
          </a:xfrm>
          <a:prstGeom prst="rect">
            <a:avLst/>
          </a:prstGeom>
          <a:solidFill>
            <a:srgbClr val="E8F4F8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566160"/>
            <a:ext cx="502920" cy="1005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37947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36118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Sprint Planning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39776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7 sprints covering the full development lifecycle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566160"/>
            <a:ext cx="4206240" cy="1005840"/>
          </a:xfrm>
          <a:prstGeom prst="rect">
            <a:avLst/>
          </a:prstGeom>
          <a:solidFill>
            <a:srgbClr val="E8F4F8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3566160"/>
            <a:ext cx="502920" cy="1005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37947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49240" y="36118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Roadmap &amp; Risks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0" y="39776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Timeline, challenges, and competitive advantage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1887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online shoppers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 an efficient, secure, and personalized shopping experience,</a:t>
            </a: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ShopEase</a:t>
            </a:r>
            <a:r>
              <a:rPr lang="en-US" sz="13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online shopping platform that offers a smooth browsing experience, easy purchasing options, and a variety of payment methods.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2651760" cy="2377440"/>
          </a:xfrm>
          <a:prstGeom prst="rect">
            <a:avLst/>
          </a:prstGeom>
          <a:solidFill>
            <a:srgbClr val="E8F4F8"/>
          </a:solidFill>
          <a:ln w="12700">
            <a:solidFill>
              <a:srgbClr val="BB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265176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AI Recommendations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Personalized product suggestions based on browsing history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2377440"/>
            <a:ext cx="2651760" cy="2377440"/>
          </a:xfrm>
          <a:prstGeom prst="rect">
            <a:avLst/>
          </a:prstGeom>
          <a:solidFill>
            <a:srgbClr val="E8F4F8"/>
          </a:solidFill>
          <a:ln w="12700">
            <a:solidFill>
              <a:srgbClr val="BB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2377440"/>
            <a:ext cx="265176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2514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Hassle-Free Checkout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301752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Streamlined process to reduce cart abandonment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2377440"/>
            <a:ext cx="2651760" cy="2377440"/>
          </a:xfrm>
          <a:prstGeom prst="rect">
            <a:avLst/>
          </a:prstGeom>
          <a:solidFill>
            <a:srgbClr val="E8F4F8"/>
          </a:solidFill>
          <a:ln w="12700">
            <a:solidFill>
              <a:srgbClr val="BB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2377440"/>
            <a:ext cx="265176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2514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Quick Delivery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301752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Real-time tracking ensuring transparency and trust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097280"/>
          </a:xfrm>
          <a:prstGeom prst="rect">
            <a:avLst/>
          </a:prstGeom>
          <a:solidFill>
            <a:srgbClr val="E8F4F8"/>
          </a:solidFill>
          <a:ln w="12700">
            <a:solidFill>
              <a:srgbClr val="BC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4864" cy="109728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⚡ Slow &amp; Complex Websites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Users face sluggish, confusing interfaces that waste time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412480" cy="1097280"/>
          </a:xfrm>
          <a:prstGeom prst="rect">
            <a:avLst/>
          </a:prstGeom>
          <a:solidFill>
            <a:srgbClr val="F0F8FF"/>
          </a:solidFill>
          <a:ln w="12700">
            <a:solidFill>
              <a:srgbClr val="BC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54864" cy="109728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🎯 No Personalization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7889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Lack of tailored recommendations leads to missed purchases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520440"/>
            <a:ext cx="8412480" cy="1097280"/>
          </a:xfrm>
          <a:prstGeom prst="rect">
            <a:avLst/>
          </a:prstGeom>
          <a:solidFill>
            <a:srgbClr val="E8F4F8"/>
          </a:solidFill>
          <a:ln w="12700">
            <a:solidFill>
              <a:srgbClr val="BC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3520440"/>
            <a:ext cx="54864" cy="10972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611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🛒 Cumbersome Checkout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40233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Multi-step processes cause cart abandonment and frustration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46360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Impact: Frustration → Cart Abandonment → Slow Sales → Negative Brand Reputation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834640" cy="1783080"/>
          </a:xfrm>
          <a:prstGeom prst="rect">
            <a:avLst/>
          </a:prstGeom>
          <a:solidFill>
            <a:srgbClr val="E8F4F8"/>
          </a:solidFill>
          <a:ln w="12700">
            <a:solidFill>
              <a:srgbClr val="BC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16128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AI Recommendations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Personalized suggestions based on browsing &amp; preferences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834640" cy="1783080"/>
          </a:xfrm>
          <a:prstGeom prst="rect">
            <a:avLst/>
          </a:prstGeom>
          <a:solidFill>
            <a:srgbClr val="E8F4F8"/>
          </a:solidFill>
          <a:ln w="12700">
            <a:solidFill>
              <a:srgbClr val="BC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37560" y="11430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31920" y="116128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Easy Product Search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737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Quick search &amp; filters to find products in seconds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51560"/>
            <a:ext cx="2834640" cy="1783080"/>
          </a:xfrm>
          <a:prstGeom prst="rect">
            <a:avLst/>
          </a:prstGeom>
          <a:solidFill>
            <a:srgbClr val="E8F4F8"/>
          </a:solidFill>
          <a:ln w="12700">
            <a:solidFill>
              <a:srgbClr val="BC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09360" y="11430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936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03720" y="116128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Multiple Payment Options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1737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Credit card, PayPal, cryptocurrency &amp; more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2834640" cy="1783080"/>
          </a:xfrm>
          <a:prstGeom prst="rect">
            <a:avLst/>
          </a:prstGeom>
          <a:solidFill>
            <a:srgbClr val="E8F4F8"/>
          </a:solidFill>
          <a:ln w="12700">
            <a:solidFill>
              <a:srgbClr val="BC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108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312724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Fast Checkout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7033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Streamlined process to reduce cart abandonment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3017520"/>
            <a:ext cx="2834640" cy="1783080"/>
          </a:xfrm>
          <a:prstGeom prst="rect">
            <a:avLst/>
          </a:prstGeom>
          <a:solidFill>
            <a:srgbClr val="E8F4F8"/>
          </a:solidFill>
          <a:ln w="12700">
            <a:solidFill>
              <a:srgbClr val="BC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337560" y="3108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375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931920" y="312724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Order Tracking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7033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Real-time delivery tracking to keep users updated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017520"/>
            <a:ext cx="2834640" cy="1783080"/>
          </a:xfrm>
          <a:prstGeom prst="rect">
            <a:avLst/>
          </a:prstGeom>
          <a:solidFill>
            <a:srgbClr val="E8F4F8"/>
          </a:solidFill>
          <a:ln w="12700">
            <a:solidFill>
              <a:srgbClr val="BC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09360" y="3108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093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🎁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03720" y="312724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Loyalty Program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37033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Points, discounts &amp; special offers for repeat purchases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Product Backlog  (17 User Stories)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60120"/>
          <a:ext cx="8778240" cy="416052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User Story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Acceptance Criteria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</a:rPr>
                        <a:t>PB1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As a user, I want to Register an account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Account created with valid input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</a:rPr>
                        <a:t>PB2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As a user, I want to Log in securely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User logs in with valid credentials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</a:rPr>
                        <a:t>PB3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As a user, I want to Browse products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Products displayed by category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</a:rPr>
                        <a:t>PB4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As a user, I want to Search for products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Relevant search results appear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</a:rPr>
                        <a:t>PB5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As a user, I want to Filter products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Filters refine results correctly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</a:rPr>
                        <a:t>PB6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As a user, I want to View product details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Product info displayed clearly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</a:rPr>
                        <a:t>PB7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As a user, I want to Add items to cart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Items added successfully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</a:rPr>
                        <a:t>PB8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As a user, I want to Manage cart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Items updated/removed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</a:rPr>
                        <a:t>PB9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As a user, I want to Fast checkout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Checkout completes smoothly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</a:rPr>
                        <a:t>PB10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As a user, I want to Multiple payment options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Payment processed successfully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</a:rPr>
                        <a:t>PB11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As a user, I want to Order confirmation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Confirmation message shown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</a:rPr>
                        <a:t>PB12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As a user, I want to Track orders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67E22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Order status visible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</a:rPr>
                        <a:t>PB13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As a user, I want to Profile page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67E22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Profile can be updated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</a:rPr>
                        <a:t>PB14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As a user, I want to Product recommendations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67E22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Personalized items appear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</a:rPr>
                        <a:t>PB15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As a user, I want to Loyalty rewards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67E22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Points awarded correctly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</a:rPr>
                        <a:t>PB16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As a user, I want to Review products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Reviews saved and displayed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</a:rPr>
                        <a:t>PB17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As a user, I want to Wishlist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Items saved to wishlist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Sprint Planning Overview  (7 Sprints)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057400" cy="17830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</a:rPr>
              <a:t>S1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13533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Authentication &amp; Setup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CCDD"/>
                </a:solidFill>
              </a:rPr>
              <a:t>Enable users to access the system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24871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</a:rPr>
              <a:t>📋 5 tasks  |  PB1, PB2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23160" y="1005840"/>
            <a:ext cx="2057400" cy="17830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68880" y="10515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</a:rPr>
              <a:t>S2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14600" y="13533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 Browsing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18745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CCDD"/>
                </a:solidFill>
              </a:rPr>
              <a:t>Allow users to explore products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14600" y="24871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</a:rPr>
              <a:t>📋 4 tasks  |  PB3–PB5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17720" y="1005840"/>
            <a:ext cx="2057400" cy="1783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10515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</a:rPr>
              <a:t>S3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09160" y="13533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Cart System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18745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CCDD"/>
                </a:solidFill>
              </a:rPr>
              <a:t>Enable shopping functionality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09160" y="24871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</a:rPr>
              <a:t>📋 3 tasks  |  PB6–PB8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12280" y="1005840"/>
            <a:ext cx="2057400" cy="178308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0" y="10515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</a:rPr>
              <a:t>S4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03720" y="13533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Checkout &amp; Payment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03720" y="18745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CCDD"/>
                </a:solidFill>
              </a:rPr>
              <a:t>Complete purchase process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03720" y="24871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</a:rPr>
              <a:t>📋 4 tasks  |  PB9–PB11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8600" y="3017520"/>
            <a:ext cx="2057400" cy="178308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30632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</a:rPr>
              <a:t>S5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20040" y="336499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Order Management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38862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CCDD"/>
                </a:solidFill>
              </a:rPr>
              <a:t>Improve post-purchase experience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0040" y="449884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</a:rPr>
              <a:t>📋 2 tasks  |  PB12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23160" y="3017520"/>
            <a:ext cx="2057400" cy="178308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468880" y="30632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</a:rPr>
              <a:t>S6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2514600" y="336499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Enhancements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14600" y="38862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CCDD"/>
                </a:solidFill>
              </a:rPr>
              <a:t>Add smart features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514600" y="449884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</a:rPr>
              <a:t>📋 3 tasks  |  PB13–PB15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17720" y="3017520"/>
            <a:ext cx="2057400" cy="1783080"/>
          </a:xfrm>
          <a:prstGeom prst="rect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63440" y="30632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</a:rPr>
              <a:t>S7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709160" y="336499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Final Features &amp; Testing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09160" y="38862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CCDD"/>
                </a:solidFill>
              </a:rPr>
              <a:t>Finalize system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09160" y="449884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</a:rPr>
              <a:t>📋 3 tasks  |  PB16–PB17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Sprint Backlogs: Sprints 1–4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4251960" cy="1874520"/>
          </a:xfrm>
          <a:prstGeom prst="rect">
            <a:avLst/>
          </a:prstGeom>
          <a:solidFill>
            <a:srgbClr val="E8F4F8"/>
          </a:solidFill>
          <a:ln w="12700">
            <a:solidFill>
              <a:srgbClr val="BC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5196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515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Sprint 1: Authentication &amp; Setup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4069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</a:rPr>
              <a:t>S1-T1: Setup project environment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</a:rPr>
              <a:t>S1-T2: Design user database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</a:rPr>
              <a:t>S1-T3: Develop registration feature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</a:rPr>
              <a:t>S1-T4: Develop login system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</a:rPr>
              <a:t>S1-T5: Create basic UI pages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251960" cy="1874520"/>
          </a:xfrm>
          <a:prstGeom prst="rect">
            <a:avLst/>
          </a:prstGeom>
          <a:solidFill>
            <a:srgbClr val="E8F4F8"/>
          </a:solidFill>
          <a:ln w="12700">
            <a:solidFill>
              <a:srgbClr val="BC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25196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10515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Sprint 2: Product Browsing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1463040"/>
            <a:ext cx="4069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</a:rPr>
              <a:t>S2-T1: Setup product database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</a:rPr>
              <a:t>S2-T2: Build product listing page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</a:rPr>
              <a:t>S2-T3: Implement search feature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</a:rPr>
              <a:t>S2-T4: Add filters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3017520"/>
            <a:ext cx="4251960" cy="1874520"/>
          </a:xfrm>
          <a:prstGeom prst="rect">
            <a:avLst/>
          </a:prstGeom>
          <a:solidFill>
            <a:srgbClr val="E8F4F8"/>
          </a:solidFill>
          <a:ln w="12700">
            <a:solidFill>
              <a:srgbClr val="BC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" y="3017520"/>
            <a:ext cx="425196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30632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Sprint 3: Cart System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3474720"/>
            <a:ext cx="4069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</a:rPr>
              <a:t>S3-T1: Create product details page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</a:rPr>
              <a:t>S3-T2: Implement add to cart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</a:rPr>
              <a:t>S3-T3: Implement remove/update cart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3017520"/>
            <a:ext cx="4251960" cy="1874520"/>
          </a:xfrm>
          <a:prstGeom prst="rect">
            <a:avLst/>
          </a:prstGeom>
          <a:solidFill>
            <a:srgbClr val="E8F4F8"/>
          </a:solidFill>
          <a:ln w="12700">
            <a:solidFill>
              <a:srgbClr val="BC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3017520"/>
            <a:ext cx="425196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30632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Sprint 4: Checkout &amp; Payment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474720"/>
            <a:ext cx="4069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</a:rPr>
              <a:t>S4-T1: Build checkout page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</a:rPr>
              <a:t>S4-T2: Add address input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</a:rPr>
              <a:t>S4-T3: Integrate payment methods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</a:rPr>
              <a:t>S4-T4: Implement confirmation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Sprint Backlogs: Sprints 5–7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834640" cy="3200400"/>
          </a:xfrm>
          <a:prstGeom prst="rect">
            <a:avLst/>
          </a:prstGeom>
          <a:solidFill>
            <a:srgbClr val="E8F4F8"/>
          </a:solidFill>
          <a:ln w="12700">
            <a:solidFill>
              <a:srgbClr val="BC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834640" cy="4572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3327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Sprint 5: Order Management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2651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S5-T1: Build order history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S5-T2: Implement tracking system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834640" cy="3200400"/>
          </a:xfrm>
          <a:prstGeom prst="rect">
            <a:avLst/>
          </a:prstGeom>
          <a:solidFill>
            <a:srgbClr val="E8F4F8"/>
          </a:solidFill>
          <a:ln w="12700">
            <a:solidFill>
              <a:srgbClr val="BC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834640" cy="4572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03327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Sprint 6: Enhancements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554480"/>
            <a:ext cx="2651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S6-T1: AI recommendations engine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S6-T2: Loyalty program implementation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S6-T3: Profile management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834640" cy="3200400"/>
          </a:xfrm>
          <a:prstGeom prst="rect">
            <a:avLst/>
          </a:prstGeom>
          <a:solidFill>
            <a:srgbClr val="E8F4F8"/>
          </a:solidFill>
          <a:ln w="12700">
            <a:solidFill>
              <a:srgbClr val="BC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834640" cy="4572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103327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Sprint 7: Final Features &amp; Testing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1554480"/>
            <a:ext cx="2651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S7-T1: Reviews system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S7-T2: Wishlist feature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S7-T3: Testing &amp; optimization (All PBs)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389120"/>
            <a:ext cx="8595360" cy="5486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44165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✅ Sprint 7 includes comprehensive testing of all 17 Product Backlog items for final release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Roadmap &amp; Timeline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468880"/>
            <a:ext cx="8229600" cy="73152"/>
          </a:xfrm>
          <a:prstGeom prst="rect">
            <a:avLst/>
          </a:prstGeom>
          <a:solidFill>
            <a:srgbClr val="CCD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20240" cy="13258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03327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1307592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Discovery &amp; Research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71907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CDDEE"/>
                </a:solidFill>
              </a:rPr>
              <a:t>4 weeks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25880" y="238658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6517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Market research, user feedback &amp; competitor analysis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1005840"/>
            <a:ext cx="1920240" cy="13258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87752" y="103327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Phase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87752" y="1307592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Design &amp; Prototyping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87752" y="171907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CDDEE"/>
                </a:solidFill>
              </a:rPr>
              <a:t>6 weeks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238658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60320" y="26517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Wireframes, UI/UX design &amp; user testing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005840"/>
            <a:ext cx="1920240" cy="13258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45152" y="103327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Phase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45152" y="1307592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Development &amp; Testing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45152" y="171907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CDDEE"/>
                </a:solidFill>
              </a:rPr>
              <a:t>8 weeks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40680" y="2386584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17720" y="26517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Platform development, payment &amp; AI integration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29400" y="1005840"/>
            <a:ext cx="1920240" cy="13258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02552" y="103327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Phase 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02552" y="1307592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Launch &amp; Marketing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02552" y="171907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CDDEE"/>
                </a:solidFill>
              </a:rPr>
              <a:t>4 weeks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98080" y="238658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675120" y="26517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Final rollout, marketing campaign &amp; user onboarding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3959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</a:rPr>
              <a:t>Total Project Duration: 22 Weeks  •  Sprints: 7  •  User Stories: 17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Risks &amp; Competitive Advantage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⚠️  Key Risks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931920" cy="566928"/>
          </a:xfrm>
          <a:prstGeom prst="rect">
            <a:avLst/>
          </a:prstGeom>
          <a:solidFill>
            <a:srgbClr val="FFF3F3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4864" cy="566928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Competition from established online stores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075688"/>
            <a:ext cx="3931920" cy="566928"/>
          </a:xfrm>
          <a:prstGeom prst="rect">
            <a:avLst/>
          </a:prstGeom>
          <a:solidFill>
            <a:srgbClr val="FFF3F3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075688"/>
            <a:ext cx="54864" cy="566928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1214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Maintaining product availability &amp; stock levels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734056"/>
            <a:ext cx="3931920" cy="566928"/>
          </a:xfrm>
          <a:prstGeom prst="rect">
            <a:avLst/>
          </a:prstGeom>
          <a:solidFill>
            <a:srgbClr val="FFF3F3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734056"/>
            <a:ext cx="54864" cy="566928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77977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Ensuring AI recommendations are accurate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392424"/>
            <a:ext cx="3931920" cy="566928"/>
          </a:xfrm>
          <a:prstGeom prst="rect">
            <a:avLst/>
          </a:prstGeom>
          <a:solidFill>
            <a:srgbClr val="FFF3F3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392424"/>
            <a:ext cx="54864" cy="566928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43814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Security: protecting user data &amp; transactions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050792"/>
            <a:ext cx="3931920" cy="566928"/>
          </a:xfrm>
          <a:prstGeom prst="rect">
            <a:avLst/>
          </a:prstGeom>
          <a:solidFill>
            <a:srgbClr val="FFF3F3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4050792"/>
            <a:ext cx="54864" cy="566928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409651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Logistics: timely &amp; accurate delivery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✅  Competitive Advantage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1417320"/>
            <a:ext cx="4114800" cy="566928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0" y="1417320"/>
            <a:ext cx="54864" cy="56692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146304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AI-driven personalized recommendations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075688"/>
            <a:ext cx="4114800" cy="566928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2075688"/>
            <a:ext cx="54864" cy="56692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2040" y="212140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Fast &amp; easy checkout process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734056"/>
            <a:ext cx="4114800" cy="566928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2734056"/>
            <a:ext cx="54864" cy="56692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92040" y="277977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Wide variety of payment options (crypto included)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392424"/>
            <a:ext cx="4114800" cy="566928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3392424"/>
            <a:ext cx="54864" cy="56692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92040" y="343814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Excellent customer service &amp; easy returns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4050792"/>
            <a:ext cx="4114800" cy="566928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54880" y="4050792"/>
            <a:ext cx="54864" cy="56692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92040" y="409651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Real-time delivery tracking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Success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88920" cy="1691640"/>
          </a:xfrm>
          <a:prstGeom prst="rect">
            <a:avLst/>
          </a:prstGeom>
          <a:solidFill>
            <a:srgbClr val="E8F4F8"/>
          </a:solidFill>
          <a:ln w="12700">
            <a:solidFill>
              <a:srgbClr val="BC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8892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1155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High User Retention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Repeat purchase rates and long-term engagement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88920" cy="1691640"/>
          </a:xfrm>
          <a:prstGeom prst="rect">
            <a:avLst/>
          </a:prstGeom>
          <a:solidFill>
            <a:srgbClr val="E8F4F8"/>
          </a:solidFill>
          <a:ln w="12700">
            <a:solidFill>
              <a:srgbClr val="BC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8892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40480" y="11155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Customer Satisfaction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7373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Ease of use and product availability feedback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788920" cy="1691640"/>
          </a:xfrm>
          <a:prstGeom prst="rect">
            <a:avLst/>
          </a:prstGeom>
          <a:solidFill>
            <a:srgbClr val="E8F4F8"/>
          </a:solidFill>
          <a:ln w="12700">
            <a:solidFill>
              <a:srgbClr val="BC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78892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66560" y="11155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Personalization Quality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17373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Positive feedback on shopping recommendations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2788920" cy="1691640"/>
          </a:xfrm>
          <a:prstGeom prst="rect">
            <a:avLst/>
          </a:prstGeom>
          <a:solidFill>
            <a:srgbClr val="E8F4F8"/>
          </a:solidFill>
          <a:ln w="12700">
            <a:solidFill>
              <a:srgbClr val="BC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278892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4400" y="303580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Revenue Growth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6576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Sales conversion rates and revenue increase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788920" cy="1691640"/>
          </a:xfrm>
          <a:prstGeom prst="rect">
            <a:avLst/>
          </a:prstGeom>
          <a:solidFill>
            <a:srgbClr val="E8F4F8"/>
          </a:solidFill>
          <a:ln w="12700">
            <a:solidFill>
              <a:srgbClr val="BC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0" y="2926080"/>
            <a:ext cx="278892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9184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840480" y="303580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Low Cart Abandonment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36576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Streamlined checkout reducing drop-offs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788920" cy="1691640"/>
          </a:xfrm>
          <a:prstGeom prst="rect">
            <a:avLst/>
          </a:prstGeom>
          <a:solidFill>
            <a:srgbClr val="E8F4F8"/>
          </a:solidFill>
          <a:ln w="12700">
            <a:solidFill>
              <a:srgbClr val="BC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26480" y="2926080"/>
            <a:ext cx="278892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1792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🚚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766560" y="303580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Efficient Fulfillment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0" y="36576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Order fulfillment and delivery tracking accuracy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6423"/>
            <a:ext cx="9144000" cy="51435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ShopEase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C39A"/>
                </a:solidFill>
              </a:rPr>
              <a:t>Redefining Online Shopping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1945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</a:rPr>
              <a:t>✅  17 User Stories  •  7 Sprints  •  22-Week Roadmap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63347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CCDD"/>
                </a:solidFill>
              </a:rPr>
              <a:t>🤖  AI-powered personalization for every shopper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07238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CCDD"/>
                </a:solidFill>
              </a:rPr>
              <a:t>🔒  Secure, fast, and intuitive checkout experience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351129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CCDD"/>
                </a:solidFill>
              </a:rPr>
              <a:t>📦  Real-time tracking with full transparency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1605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GB" sz="1100" dirty="0">
                <a:solidFill>
                  <a:schemeClr val="bg1"/>
                </a:solidFill>
              </a:rPr>
              <a:t>Omar Abolenein 242500282 </a:t>
            </a:r>
          </a:p>
          <a:p>
            <a:pPr algn="ctr"/>
            <a:r>
              <a:rPr lang="en-GB" sz="1100" dirty="0">
                <a:solidFill>
                  <a:schemeClr val="bg1"/>
                </a:solidFill>
              </a:rPr>
              <a:t> Ali Bakry 242500276 </a:t>
            </a:r>
          </a:p>
          <a:p>
            <a:pPr algn="ctr"/>
            <a:r>
              <a:rPr lang="en-GB" sz="1100" dirty="0">
                <a:solidFill>
                  <a:schemeClr val="bg1"/>
                </a:solidFill>
              </a:rPr>
              <a:t>Mohamed Hisham </a:t>
            </a:r>
            <a:r>
              <a:rPr lang="en-GB" sz="1100" dirty="0" err="1">
                <a:solidFill>
                  <a:schemeClr val="bg1"/>
                </a:solidFill>
              </a:rPr>
              <a:t>fathy</a:t>
            </a:r>
            <a:r>
              <a:rPr lang="en-GB" sz="1100" dirty="0">
                <a:solidFill>
                  <a:schemeClr val="bg1"/>
                </a:solidFill>
              </a:rPr>
              <a:t> 242-5-00120 </a:t>
            </a:r>
          </a:p>
          <a:p>
            <a:pPr algn="ctr"/>
            <a:r>
              <a:rPr lang="en-GB" sz="1100" dirty="0">
                <a:solidFill>
                  <a:schemeClr val="bg1"/>
                </a:solidFill>
              </a:rPr>
              <a:t> Adam Ahmed Mohamed Mohamed </a:t>
            </a:r>
            <a:r>
              <a:rPr lang="en-GB" sz="1100" dirty="0" err="1">
                <a:solidFill>
                  <a:schemeClr val="bg1"/>
                </a:solidFill>
              </a:rPr>
              <a:t>Elshal</a:t>
            </a:r>
            <a:r>
              <a:rPr lang="en-GB" sz="1100" dirty="0">
                <a:solidFill>
                  <a:schemeClr val="bg1"/>
                </a:solidFill>
              </a:rPr>
              <a:t> 242-5-00052 5 </a:t>
            </a:r>
          </a:p>
          <a:p>
            <a:pPr algn="ctr"/>
            <a:r>
              <a:rPr lang="en-GB" sz="1100" dirty="0">
                <a:solidFill>
                  <a:schemeClr val="bg1"/>
                </a:solidFill>
              </a:rPr>
              <a:t>Ahmed Sameh Mohamed Elsaid </a:t>
            </a:r>
            <a:r>
              <a:rPr lang="en-GB" sz="1100" dirty="0" err="1">
                <a:solidFill>
                  <a:schemeClr val="bg1"/>
                </a:solidFill>
              </a:rPr>
              <a:t>abdelsalam</a:t>
            </a:r>
            <a:r>
              <a:rPr lang="en-GB" sz="1100" dirty="0">
                <a:solidFill>
                  <a:schemeClr val="bg1"/>
                </a:solidFill>
              </a:rPr>
              <a:t> 242-5-00136 6 </a:t>
            </a:r>
          </a:p>
          <a:p>
            <a:pPr algn="ctr"/>
            <a:r>
              <a:rPr lang="en-GB" sz="1100" dirty="0">
                <a:solidFill>
                  <a:schemeClr val="bg1"/>
                </a:solidFill>
              </a:rPr>
              <a:t>Ali Hassan Ali Maher 242-5-00610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1116</Words>
  <Application>Microsoft Macintosh PowerPoint</Application>
  <PresentationFormat>On-screen Show (16:9)</PresentationFormat>
  <Paragraphs>270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ShopEase - Online Shopping Management System</dc:title>
  <dc:subject>PptxGenJS Presentation</dc:subject>
  <dc:creator>PptxGenJS</dc:creator>
  <cp:lastModifiedBy>Aly Hassan Maher</cp:lastModifiedBy>
  <cp:revision>3</cp:revision>
  <dcterms:created xsi:type="dcterms:W3CDTF">2026-05-01T17:56:43Z</dcterms:created>
  <dcterms:modified xsi:type="dcterms:W3CDTF">2026-05-01T18:07:29Z</dcterms:modified>
</cp:coreProperties>
</file>